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9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94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BF4FF"/>
                </a:solidFill>
              </a:rPr>
              <a:t>HabitFlow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Aplikasi Habit Tracker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49808" y="2816352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5EEF1"/>
                </a:solidFill>
              </a:rPr>
              <a:t>Proyek Software Architecture berbasis NestJS, PostgreSQL, Clean Architecture, dan microservice-style boundaries.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49808" y="416052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50976" y="4343400"/>
            <a:ext cx="4901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Fokus Proyek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50976" y="4754880"/>
            <a:ext cx="49011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7078"/>
                </a:solidFill>
              </a:rPr>
              <a:t>Backend application dengan dokumentasi arsitektur, design pattern, API, dan frontend demo sederhana.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109960" y="63550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7078"/>
                </a:solidFill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</a:rPr>
              <a:t>HabitFlow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252B"/>
                </a:solidFill>
              </a:rPr>
              <a:t>Tim dan Tanggung Jawab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85800" y="1417320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600200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Backend Architecture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6968" y="2011680"/>
            <a:ext cx="234086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7078"/>
                </a:solidFill>
              </a:rPr>
              <a:t>NestJS module, controller, service, repository contract, dan business rules.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11880" y="1417320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13048" y="1600200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Database &amp; Infrastructure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813048" y="2011680"/>
            <a:ext cx="234086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7078"/>
                </a:solidFill>
              </a:rPr>
              <a:t>Schema PostgreSQL, repository implementation, Docker Compose, dan .env.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537960" y="1417320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39128" y="1600200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Frontend/UI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739128" y="2011680"/>
            <a:ext cx="234086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7078"/>
                </a:solidFill>
              </a:rPr>
              <a:t>Browser dashboard, responsive mobile layout, dark mode, dan Bahasa Indonesia.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464040" y="1417320"/>
            <a:ext cx="20574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65208" y="1600200"/>
            <a:ext cx="1655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Dokumentasi &amp; Testing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665208" y="2011680"/>
            <a:ext cx="165506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7078"/>
                </a:solidFill>
              </a:rPr>
              <a:t>README, report, PPT, architecture theory, Jest tests, dan GitHub.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5074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7078"/>
                </a:solidFill>
              </a:rPr>
              <a:t>Isi nama anggota kelompok saat presentasi.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109960" y="63550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7078"/>
                </a:solidFill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</a:rPr>
              <a:t>HabitFlow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252B"/>
                </a:solidFill>
              </a:rPr>
              <a:t>Tech Stack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85800" y="1234440"/>
            <a:ext cx="5166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417320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Backend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6968" y="1828800"/>
            <a:ext cx="47640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7078"/>
                </a:solidFill>
              </a:rPr>
              <a:t>NestJS, TypeScript, Node.js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234440"/>
            <a:ext cx="5166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64808" y="1417320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Database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64808" y="1828800"/>
            <a:ext cx="47640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7078"/>
                </a:solidFill>
              </a:rPr>
              <a:t>PostgreSQL, node-postgres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2377440"/>
            <a:ext cx="5166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6968" y="2560320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Validasi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86968" y="2971800"/>
            <a:ext cx="47640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7078"/>
                </a:solidFill>
              </a:rPr>
              <a:t>Zod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63640" y="2377440"/>
            <a:ext cx="5166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64808" y="2560320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Testing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64808" y="2971800"/>
            <a:ext cx="47640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7078"/>
                </a:solidFill>
              </a:rPr>
              <a:t>Jest, ts-jest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3520440"/>
            <a:ext cx="5166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" y="3703320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Frontend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86968" y="4114800"/>
            <a:ext cx="47640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7078"/>
                </a:solidFill>
              </a:rPr>
              <a:t>HTML, CSS, JavaScript + Flutter source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63640" y="3520440"/>
            <a:ext cx="5166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64808" y="3703320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DevOps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64808" y="4114800"/>
            <a:ext cx="47640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7078"/>
                </a:solidFill>
              </a:rPr>
              <a:t>Docker Compose, .env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85800" y="4663440"/>
            <a:ext cx="5166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86968" y="4846320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Version Control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86968" y="5257800"/>
            <a:ext cx="47640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7078"/>
                </a:solidFill>
              </a:rPr>
              <a:t>Git dan GitHub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109960" y="63550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7078"/>
                </a:solidFill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</a:rPr>
              <a:t>HabitFlow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252B"/>
                </a:solidFill>
              </a:rPr>
              <a:t>Latar Belakang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49808" y="1417320"/>
            <a:ext cx="9052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252B"/>
                </a:solidFill>
              </a:rPr>
              <a:t>Banyak orang memulai kebiasaan baru, tetapi sulit menjaga konsistensi karena jadwal, progres, dan riwayat tidak terlihat jelas.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22960" y="2788920"/>
            <a:ext cx="7315200" cy="4480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700" dirty="0">
                <a:solidFill>
                  <a:srgbClr val="12252B"/>
                </a:solidFill>
              </a:rPr>
              <a:t>User perlu melihat habit yang harus dilakukan hari ini.</a:t>
            </a:r>
            <a:endParaRPr lang="en-US" sz="1700" dirty="0"/>
          </a:p>
          <a:p>
            <a:r>
              <a:rPr lang="en-US" sz="1700" dirty="0">
                <a:solidFill>
                  <a:srgbClr val="12252B"/>
                </a:solidFill>
              </a:rPr>
              <a:t>User perlu riwayat yang tetap tersimpan meskipun habit dihapus.</a:t>
            </a:r>
            <a:endParaRPr lang="en-US" sz="1700" dirty="0"/>
          </a:p>
          <a:p>
            <a:r>
              <a:rPr lang="en-US" sz="1700" dirty="0">
                <a:solidFill>
                  <a:srgbClr val="12252B"/>
                </a:solidFill>
              </a:rPr>
              <a:t>User perlu motivasi melalui streak, journey, dan achievement.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412480" y="2468880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13648" y="2651760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Masalah Utama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13648" y="3063240"/>
            <a:ext cx="234086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7078"/>
                </a:solidFill>
              </a:rPr>
              <a:t>Tracking habit sering gagal karena tidak ada sistem yang menghubungkan jadwal, log selesai, dan progres jangka panjang.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109960" y="63550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7078"/>
                </a:solidFill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</a:rPr>
              <a:t>HabitFlow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252B"/>
                </a:solidFill>
              </a:rPr>
              <a:t>Solusi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77240" y="1325880"/>
            <a:ext cx="7955280" cy="4480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600" dirty="0">
                <a:solidFill>
                  <a:srgbClr val="12252B"/>
                </a:solidFill>
              </a:rPr>
              <a:t>Membuat habit regular, negative habit, dan one-time todo.</a:t>
            </a:r>
            <a:endParaRPr lang="en-US" sz="1600" dirty="0"/>
          </a:p>
          <a:p>
            <a:r>
              <a:rPr lang="en-US" sz="1600" dirty="0">
                <a:solidFill>
                  <a:srgbClr val="12252B"/>
                </a:solidFill>
              </a:rPr>
              <a:t>Calendar/today page untuk melihat jadwal harian.</a:t>
            </a:r>
            <a:endParaRPr lang="en-US" sz="1600" dirty="0"/>
          </a:p>
          <a:p>
            <a:r>
              <a:rPr lang="en-US" sz="1600" dirty="0">
                <a:solidFill>
                  <a:srgbClr val="12252B"/>
                </a:solidFill>
              </a:rPr>
              <a:t>Journey template untuk langsung memakai paket habit.</a:t>
            </a:r>
            <a:endParaRPr lang="en-US" sz="1600" dirty="0"/>
          </a:p>
          <a:p>
            <a:r>
              <a:rPr lang="en-US" sz="1600" dirty="0">
                <a:solidFill>
                  <a:srgbClr val="12252B"/>
                </a:solidFill>
              </a:rPr>
              <a:t>History calendar dengan popup detail tanggal.</a:t>
            </a:r>
            <a:endParaRPr lang="en-US" sz="1600" dirty="0"/>
          </a:p>
          <a:p>
            <a:r>
              <a:rPr lang="en-US" sz="1600" dirty="0">
                <a:solidFill>
                  <a:srgbClr val="12252B"/>
                </a:solidFill>
              </a:rPr>
              <a:t>Achievement milestone untuk finished habit, perfect days, dan day streaks.</a:t>
            </a:r>
            <a:endParaRPr lang="en-US" sz="1600" dirty="0"/>
          </a:p>
          <a:p>
            <a:r>
              <a:rPr lang="en-US" sz="1600" dirty="0">
                <a:solidFill>
                  <a:srgbClr val="12252B"/>
                </a:solidFill>
              </a:rPr>
              <a:t>Soft delete agar riwayat lama tidak hilang.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869680" y="1508760"/>
            <a:ext cx="2377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070848" y="1691640"/>
            <a:ext cx="1975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HabitFlow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070848" y="2103120"/>
            <a:ext cx="19751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7078"/>
                </a:solidFill>
              </a:rPr>
              <a:t>Aplikasi habit tracker backend-first dengan frontend demo sederhana untuk menunjukkan alur API.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869680" y="3429000"/>
            <a:ext cx="23774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070848" y="3611880"/>
            <a:ext cx="1975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Contoh Rule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070848" y="4023360"/>
            <a:ext cx="1975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7078"/>
                </a:solidFill>
              </a:rPr>
              <a:t>Negative habit tidak langsung dihitung selesai sampai harinya berakhir.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09960" y="63550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7078"/>
                </a:solidFill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</a:rPr>
              <a:t>HabitFlow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252B"/>
                </a:solidFill>
              </a:rPr>
              <a:t>Penjelasan Design Pattern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85800" y="1325880"/>
            <a:ext cx="34290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508760"/>
            <a:ext cx="3026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Repository Pattern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6968" y="1920240"/>
            <a:ext cx="302666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7078"/>
                </a:solidFill>
              </a:rPr>
              <a:t>HabitRepository memisahkan business logic dari detail PostgreSQL atau memory storage.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89120" y="1325880"/>
            <a:ext cx="34290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0288" y="1508760"/>
            <a:ext cx="3026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Dependency Injection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90288" y="1920240"/>
            <a:ext cx="302666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7078"/>
                </a:solidFill>
              </a:rPr>
              <a:t>src/app.ts memakai NestJS providers untuk inject repository ke service.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92440" y="132588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93608" y="1508760"/>
            <a:ext cx="2843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Controller Pattern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93608" y="1920240"/>
            <a:ext cx="28437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7078"/>
                </a:solidFill>
              </a:rPr>
              <a:t>NestJS controller menerjemahkan HTTP request menjadi service call.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34290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6968" y="3246120"/>
            <a:ext cx="3026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DTO / Validation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86968" y="3657600"/>
            <a:ext cx="302666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7078"/>
                </a:solidFill>
              </a:rPr>
              <a:t>Zod schema memvalidasi request sebelum masuk ke service layer.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89120" y="3063240"/>
            <a:ext cx="34290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90288" y="3246120"/>
            <a:ext cx="3026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Entity Pattern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90288" y="3657600"/>
            <a:ext cx="302666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7078"/>
                </a:solidFill>
              </a:rPr>
              <a:t>Habit dan HabitLog menjaga aturan domain dasar.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92440" y="306324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93608" y="3246120"/>
            <a:ext cx="2843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Service Layer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293608" y="3657600"/>
            <a:ext cx="28437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7078"/>
                </a:solidFill>
              </a:rPr>
              <a:t>HabitService dan AuthService menyimpan alur use case dan business rules.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109960" y="63550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7078"/>
                </a:solidFill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</a:rPr>
              <a:t>HabitFlow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252B"/>
                </a:solidFill>
              </a:rPr>
              <a:t>Penjelasan Architecture yang Digunakan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49808" y="12801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252B"/>
                </a:solidFill>
              </a:rPr>
              <a:t>Architecture Style: Microservice-style Clean Architecture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85800" y="1874520"/>
            <a:ext cx="25146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57400"/>
            <a:ext cx="2112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Domain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6968" y="2468880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7078"/>
                </a:solidFill>
              </a:rPr>
              <a:t>Entity dan repository contract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D7078"/>
                </a:solidFill>
              </a:rPr>
              <a:t>src/domain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83280" y="187452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84448" y="2057400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Application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84448" y="2468880"/>
            <a:ext cx="22037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7078"/>
                </a:solidFill>
              </a:rPr>
              <a:t>Business rules dan use case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D7078"/>
                </a:solidFill>
              </a:rPr>
              <a:t>src/application/services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187452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057400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Presentation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373368" y="2468880"/>
            <a:ext cx="224942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7078"/>
                </a:solidFill>
              </a:rPr>
              <a:t>NestJS controller, filter, validator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D7078"/>
                </a:solidFill>
              </a:rPr>
              <a:t>src/presentation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06840" y="1874520"/>
            <a:ext cx="23317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08008" y="2057400"/>
            <a:ext cx="1929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Infrastructure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208008" y="2468880"/>
            <a:ext cx="19293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7078"/>
                </a:solidFill>
              </a:rPr>
              <a:t>PostgreSQL dan memory repository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D7078"/>
                </a:solidFill>
              </a:rPr>
              <a:t>src/infrastructure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" y="3703320"/>
            <a:ext cx="9875520" cy="4480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550" dirty="0">
                <a:solidFill>
                  <a:srgbClr val="12252B"/>
                </a:solidFill>
              </a:rPr>
              <a:t>Dependency direction: Presentation -&gt; Application -&gt; Domain.</a:t>
            </a:r>
            <a:endParaRPr lang="en-US" sz="1550" dirty="0"/>
          </a:p>
          <a:p>
            <a:r>
              <a:rPr lang="en-US" sz="1550" dirty="0">
                <a:solidFill>
                  <a:srgbClr val="12252B"/>
                </a:solidFill>
              </a:rPr>
              <a:t>NestJS dan PostgreSQL adalah outer-layer detail.</a:t>
            </a:r>
            <a:endParaRPr lang="en-US" sz="1550" dirty="0"/>
          </a:p>
          <a:p>
            <a:r>
              <a:rPr lang="en-US" sz="1550" dirty="0">
                <a:solidFill>
                  <a:srgbClr val="12252B"/>
                </a:solidFill>
              </a:rPr>
              <a:t>Microservice-style: API boundary, bounded capability, konfigurasi mandiri, repository abstraction.</a:t>
            </a:r>
            <a:endParaRPr lang="en-US" sz="1550" dirty="0"/>
          </a:p>
          <a:p>
            <a:r>
              <a:rPr lang="en-US" sz="1550" dirty="0">
                <a:solidFill>
                  <a:srgbClr val="12252B"/>
                </a:solidFill>
              </a:rPr>
              <a:t>Service dapat dipisah ke Habit Service, Auth Service, dan Notification Service di masa depan.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1109960" y="63550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7078"/>
                </a:solidFill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29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32588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Konklusi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49808" y="2240280"/>
            <a:ext cx="8595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D5EEF1"/>
                </a:solidFill>
              </a:rPr>
              <a:t>HabitFlow memenuhi requirement proyek karena menggunakan NestJS sebagai framework utama, menerapkan architecture style yang jelas, mengimplementasikan design pattern, menyediakan source code GitHub, dokumentasi, report, PPT, testing, dan frontend demo.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49808" y="429768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F4FF"/>
                </a:solidFill>
              </a:rPr>
              <a:t>GitHub: https://github.com/Jecsen-uni/HabitFlow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109960" y="63550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7078"/>
                </a:solidFill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HabitFlow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Presentasi HabitFlow</dc:title>
  <dc:subject>Proyek Software Architecture</dc:subject>
  <dc:creator>Tim HabitFlow</dc:creator>
  <cp:lastModifiedBy>Tim HabitFlow</cp:lastModifiedBy>
  <cp:revision>1</cp:revision>
  <dcterms:created xsi:type="dcterms:W3CDTF">2026-06-07T16:33:16Z</dcterms:created>
  <dcterms:modified xsi:type="dcterms:W3CDTF">2026-06-07T16:33:16Z</dcterms:modified>
</cp:coreProperties>
</file>